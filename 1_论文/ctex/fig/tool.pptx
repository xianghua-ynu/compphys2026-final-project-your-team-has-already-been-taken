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7BEA"/>
    <a:srgbClr val="0302CB"/>
    <a:srgbClr val="E8EEFE"/>
    <a:srgbClr val="E7E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D9B4C-CB4C-C789-5436-7608D1E30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3C51D1-3365-1241-D3DB-21D3C4CBD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C41DA-85E6-C809-E417-F2832883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36FC67-84A4-C134-CFE7-37876909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552D3D-C308-E931-BE18-F46CB0AC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31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7B9F3-4E14-02F7-982E-B75573432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8A1AC-CCA9-2F69-666C-11FD85089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4308C2-EB25-14FA-1084-43C84F19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E1C269-979F-DD82-4CBB-EF2C014D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EF65ED-979E-5E7C-4489-05A949CB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04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EEA1A-0255-ED9F-D8B6-DBD88969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1A0C5C-9C76-5A53-9D73-B98ED8C77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6397E2-06E0-8B5B-C6BA-073EF0E0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FB2BF-8382-E309-E2C2-63E4759E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AA5649-4AF0-985C-50DF-AE2578E4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77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8418F-12CC-46D0-DD89-2A37E398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2780A0-6994-6E74-F608-0D9DD69AE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2E473C-4DDE-AB86-986C-39106B9D4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2C6B57-3044-302C-1325-9B8B9E47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6FBD45-6881-8C05-52B0-26B7AADD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C6AF8E-8879-73EF-DA1E-774304E2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5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C30CC-16B8-AB79-BC6B-4C0E93A5D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F4B033-3A7A-2208-F2CA-1E81763B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0416AB-0B9C-912F-E6F2-CF667648F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A900A8-5D9F-D0F4-FA7C-231942F5D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5C6D11-69EA-7465-C688-7269103F5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AFDE8E-228F-4330-91F2-2C059A460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3CB2FE-8822-2947-A389-28D1585D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F28E7E-86D2-226A-BA91-A8DD52F8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36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02F70-280C-C78C-B597-3E43B504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99944C-D5C9-8209-2FAA-231A7998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53E064-966E-5808-B63C-C9B81BBE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A8A477-5079-EF56-7DD5-61D0E790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91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9407AD-7175-0030-FB4D-82D6165F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3DF923-E20F-A131-62CC-F3C36907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E2CD6C-772A-2029-D64F-C402B684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19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4A88E-44DB-73DC-6B23-27B9F0D5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923D7F-65F1-D6EF-5FB7-839BFF07C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25F30F-BCE7-13B2-ED53-B8A39A8B4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319737-577D-73E6-E938-8E8EA7FB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0A1B9F-362A-9B58-F616-D2162B0F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37DEC3-958D-CFC7-114B-18599FA2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79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21B81-A02C-7777-67C1-003A8EBD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3564C9-9769-2065-EC36-F9E4810D1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547A8B-A9C4-B742-7089-B3998B537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06ED7B-9A2B-B81D-4FC7-0ABFF7F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5FA47-A754-CAA3-BFAC-2C1AB16A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B09490-EF08-E13C-0E1C-0369C160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0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6F381-2396-57CE-BB3E-09D77794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37A4FE-11A5-57F4-39B6-756700BAE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35CC48-8DCE-A3BC-66AB-5B635146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8F5C63-671C-E429-6177-D2E8B349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493F53-64EA-01E4-CC2A-26F2C141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41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F67FC9-A3A0-6B0A-2171-5AD29109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CEF849-9037-B064-0EF4-CA8E34762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808AE-852F-098C-5B98-05655BF2D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11FCFC-0A83-684F-8B0A-B2D8AF35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F4176-7C34-DB4E-61AC-5C51740E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53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F4CDFA-C3AE-EE77-3682-2B19B34D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FA8FBB-DC70-56D2-9693-634C2B16E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D63E4-EF92-0CFE-03CD-DFB656445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41473-D93E-433A-A1AB-28A67BEC98DC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71B31D-C815-C70C-BF30-E20F98FAA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4FE3E6-CAB2-997D-8EA2-BC6364EDB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84003-E2E3-4EA9-ADAB-2B55595E4F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3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tags" Target="../tags/tag3.xml"/><Relationship Id="rId21" Type="http://schemas.openxmlformats.org/officeDocument/2006/relationships/image" Target="../media/image11.png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" Type="http://schemas.openxmlformats.org/officeDocument/2006/relationships/tags" Target="../tags/tag2.xml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.xml"/><Relationship Id="rId19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.png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2.xml"/><Relationship Id="rId7" Type="http://schemas.openxmlformats.org/officeDocument/2006/relationships/image" Target="../media/image15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>
            <a:extLst>
              <a:ext uri="{FF2B5EF4-FFF2-40B4-BE49-F238E27FC236}">
                <a16:creationId xmlns:a16="http://schemas.microsoft.com/office/drawing/2014/main" id="{BDFB61E0-892A-CB5D-FB7D-5BBDF39F66D2}"/>
              </a:ext>
            </a:extLst>
          </p:cNvPr>
          <p:cNvSpPr/>
          <p:nvPr/>
        </p:nvSpPr>
        <p:spPr>
          <a:xfrm>
            <a:off x="7508240" y="1592504"/>
            <a:ext cx="3098800" cy="3355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CE8E973C-F0BB-6D08-F6D6-F7078459144D}"/>
              </a:ext>
            </a:extLst>
          </p:cNvPr>
          <p:cNvSpPr/>
          <p:nvPr/>
        </p:nvSpPr>
        <p:spPr>
          <a:xfrm rot="1430368">
            <a:off x="9009609" y="2729544"/>
            <a:ext cx="512891" cy="136195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AED1650-6228-E352-BE41-DD6279E46E10}"/>
              </a:ext>
            </a:extLst>
          </p:cNvPr>
          <p:cNvCxnSpPr>
            <a:cxnSpLocks/>
          </p:cNvCxnSpPr>
          <p:nvPr/>
        </p:nvCxnSpPr>
        <p:spPr>
          <a:xfrm flipH="1">
            <a:off x="8963839" y="3403676"/>
            <a:ext cx="308074" cy="1003252"/>
          </a:xfrm>
          <a:prstGeom prst="straightConnector1">
            <a:avLst/>
          </a:prstGeom>
          <a:ln w="28575">
            <a:solidFill>
              <a:srgbClr val="3E7B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D32F08DB-53F2-6B3D-ED37-511184F1D3CA}"/>
              </a:ext>
            </a:extLst>
          </p:cNvPr>
          <p:cNvSpPr/>
          <p:nvPr/>
        </p:nvSpPr>
        <p:spPr>
          <a:xfrm>
            <a:off x="8500149" y="3121861"/>
            <a:ext cx="1493419" cy="577858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2B931BF-62CF-CC95-33B3-1CD8B1A84CD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27457"/>
          <a:stretch>
            <a:fillRect/>
          </a:stretch>
        </p:blipFill>
        <p:spPr>
          <a:xfrm>
            <a:off x="-4946266" y="0"/>
            <a:ext cx="6015179" cy="6858000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614B35E-D684-4AA8-1F8A-DBD580B714F7}"/>
              </a:ext>
            </a:extLst>
          </p:cNvPr>
          <p:cNvCxnSpPr>
            <a:cxnSpLocks/>
          </p:cNvCxnSpPr>
          <p:nvPr/>
        </p:nvCxnSpPr>
        <p:spPr>
          <a:xfrm flipH="1" flipV="1">
            <a:off x="8072269" y="2790448"/>
            <a:ext cx="1199644" cy="613228"/>
          </a:xfrm>
          <a:prstGeom prst="straightConnector1">
            <a:avLst/>
          </a:prstGeom>
          <a:ln w="28575">
            <a:solidFill>
              <a:srgbClr val="3E7B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弧形 42">
            <a:extLst>
              <a:ext uri="{FF2B5EF4-FFF2-40B4-BE49-F238E27FC236}">
                <a16:creationId xmlns:a16="http://schemas.microsoft.com/office/drawing/2014/main" id="{FAA8DE68-76BE-3D1E-F7CB-7209FB0353C0}"/>
              </a:ext>
            </a:extLst>
          </p:cNvPr>
          <p:cNvSpPr/>
          <p:nvPr/>
        </p:nvSpPr>
        <p:spPr>
          <a:xfrm rot="17445906">
            <a:off x="8534172" y="2779395"/>
            <a:ext cx="1029384" cy="841201"/>
          </a:xfrm>
          <a:prstGeom prst="arc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7B2D4F96-10DC-B248-17F2-5F34CB2164B0}"/>
              </a:ext>
            </a:extLst>
          </p:cNvPr>
          <p:cNvSpPr/>
          <p:nvPr/>
        </p:nvSpPr>
        <p:spPr>
          <a:xfrm rot="7858238">
            <a:off x="8598406" y="2329418"/>
            <a:ext cx="1565354" cy="1182787"/>
          </a:xfrm>
          <a:prstGeom prst="arc">
            <a:avLst>
              <a:gd name="adj1" fmla="val 19282672"/>
              <a:gd name="adj2" fmla="val 20511678"/>
            </a:avLst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B210993-84E0-D6A5-E0F4-3A5F0B130ACD}"/>
              </a:ext>
            </a:extLst>
          </p:cNvPr>
          <p:cNvCxnSpPr>
            <a:cxnSpLocks/>
          </p:cNvCxnSpPr>
          <p:nvPr/>
        </p:nvCxnSpPr>
        <p:spPr>
          <a:xfrm>
            <a:off x="9271912" y="3403676"/>
            <a:ext cx="310730" cy="692898"/>
          </a:xfrm>
          <a:prstGeom prst="straightConnector1">
            <a:avLst/>
          </a:prstGeom>
          <a:ln w="28575"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403CB6A-C574-92FD-A343-CFFDFABDCA11}"/>
              </a:ext>
            </a:extLst>
          </p:cNvPr>
          <p:cNvSpPr txBox="1"/>
          <p:nvPr/>
        </p:nvSpPr>
        <p:spPr>
          <a:xfrm>
            <a:off x="9482770" y="4031132"/>
            <a:ext cx="36199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5B9BD5"/>
                </a:solidFill>
              </a:rPr>
              <a:t>N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EA54AD7-89C0-4C0A-86D1-529533C9047B}"/>
              </a:ext>
            </a:extLst>
          </p:cNvPr>
          <p:cNvCxnSpPr>
            <a:cxnSpLocks/>
          </p:cNvCxnSpPr>
          <p:nvPr/>
        </p:nvCxnSpPr>
        <p:spPr>
          <a:xfrm flipH="1">
            <a:off x="7752032" y="3403676"/>
            <a:ext cx="151988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2AB48C9-23C9-16CA-1A8F-3A22F3BE2AF3}"/>
              </a:ext>
            </a:extLst>
          </p:cNvPr>
          <p:cNvCxnSpPr/>
          <p:nvPr/>
        </p:nvCxnSpPr>
        <p:spPr>
          <a:xfrm flipH="1">
            <a:off x="8400762" y="3403676"/>
            <a:ext cx="871151" cy="8649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4" name="图片 63">
            <a:extLst>
              <a:ext uri="{FF2B5EF4-FFF2-40B4-BE49-F238E27FC236}">
                <a16:creationId xmlns:a16="http://schemas.microsoft.com/office/drawing/2014/main" id="{DA910ECC-0342-1D7C-D8AD-264305A2DF1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50769"/>
          <a:stretch>
            <a:fillRect/>
          </a:stretch>
        </p:blipFill>
        <p:spPr>
          <a:xfrm rot="3982037">
            <a:off x="8780873" y="3003601"/>
            <a:ext cx="1542422" cy="609272"/>
          </a:xfrm>
          <a:prstGeom prst="rect">
            <a:avLst/>
          </a:prstGeom>
        </p:spPr>
      </p:pic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DBD7209-D9D8-236D-F8F7-7114185EACBF}"/>
              </a:ext>
            </a:extLst>
          </p:cNvPr>
          <p:cNvCxnSpPr>
            <a:cxnSpLocks/>
          </p:cNvCxnSpPr>
          <p:nvPr/>
        </p:nvCxnSpPr>
        <p:spPr>
          <a:xfrm flipV="1">
            <a:off x="9271913" y="1991360"/>
            <a:ext cx="0" cy="1412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5D7D348-F744-3C9F-BE90-45C72A45D9E1}"/>
              </a:ext>
            </a:extLst>
          </p:cNvPr>
          <p:cNvCxnSpPr>
            <a:cxnSpLocks/>
          </p:cNvCxnSpPr>
          <p:nvPr/>
        </p:nvCxnSpPr>
        <p:spPr>
          <a:xfrm flipV="1">
            <a:off x="9281477" y="2683838"/>
            <a:ext cx="919676" cy="710326"/>
          </a:xfrm>
          <a:prstGeom prst="straightConnector1">
            <a:avLst/>
          </a:prstGeom>
          <a:ln w="28575">
            <a:solidFill>
              <a:srgbClr val="3E7B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75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e}_3&#10;\]&#10;&#10;\end{document}" title="IguanaTex Picture Display">
            <a:extLst>
              <a:ext uri="{FF2B5EF4-FFF2-40B4-BE49-F238E27FC236}">
                <a16:creationId xmlns:a16="http://schemas.microsoft.com/office/drawing/2014/main" id="{629B1437-4DFF-BADE-6913-BD2F620805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807" y="2523980"/>
            <a:ext cx="169492" cy="189002"/>
          </a:xfrm>
          <a:prstGeom prst="rect">
            <a:avLst/>
          </a:prstGeom>
        </p:spPr>
      </p:pic>
      <p:pic>
        <p:nvPicPr>
          <p:cNvPr id="78" name="图片 77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e}_1&#10;\]&#10;&#10;\end{document}" title="IguanaTex Picture Display">
            <a:extLst>
              <a:ext uri="{FF2B5EF4-FFF2-40B4-BE49-F238E27FC236}">
                <a16:creationId xmlns:a16="http://schemas.microsoft.com/office/drawing/2014/main" id="{BCA16011-23C6-B115-2241-E72E9997F35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508" y="2592447"/>
            <a:ext cx="163396" cy="189002"/>
          </a:xfrm>
          <a:prstGeom prst="rect">
            <a:avLst/>
          </a:prstGeom>
        </p:spPr>
      </p:pic>
      <p:pic>
        <p:nvPicPr>
          <p:cNvPr id="82" name="图片 81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e}_2&#10;\]&#10;&#10;\end{document}" title="IguanaTex Picture Display">
            <a:extLst>
              <a:ext uri="{FF2B5EF4-FFF2-40B4-BE49-F238E27FC236}">
                <a16:creationId xmlns:a16="http://schemas.microsoft.com/office/drawing/2014/main" id="{919A82F3-1899-EBCB-CDB4-FD8EE0818CD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360" y="4427109"/>
            <a:ext cx="168273" cy="189002"/>
          </a:xfrm>
          <a:prstGeom prst="rect">
            <a:avLst/>
          </a:prstGeom>
        </p:spPr>
      </p:pic>
      <p:pic>
        <p:nvPicPr>
          <p:cNvPr id="84" name="图片 83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X}&#10;\]&#10;&#10;\end{document}" title="IguanaTex Picture Display">
            <a:extLst>
              <a:ext uri="{FF2B5EF4-FFF2-40B4-BE49-F238E27FC236}">
                <a16:creationId xmlns:a16="http://schemas.microsoft.com/office/drawing/2014/main" id="{4FD96B2F-1F3C-94E8-4E5A-2256E14C01E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8692" y="3287851"/>
            <a:ext cx="181686" cy="209732"/>
          </a:xfrm>
          <a:prstGeom prst="rect">
            <a:avLst/>
          </a:prstGeom>
        </p:spPr>
      </p:pic>
      <p:pic>
        <p:nvPicPr>
          <p:cNvPr id="86" name="图片 85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Y}&#10;\]&#10;&#10;\end{document}" title="IguanaTex Picture Display">
            <a:extLst>
              <a:ext uri="{FF2B5EF4-FFF2-40B4-BE49-F238E27FC236}">
                <a16:creationId xmlns:a16="http://schemas.microsoft.com/office/drawing/2014/main" id="{F6C2ADC0-E4CE-0117-71A3-DCE9E370F87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992" y="4197196"/>
            <a:ext cx="159737" cy="209732"/>
          </a:xfrm>
          <a:prstGeom prst="rect">
            <a:avLst/>
          </a:prstGeom>
        </p:spPr>
      </p:pic>
      <p:pic>
        <p:nvPicPr>
          <p:cNvPr id="88" name="图片 87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Z}&#10;\]&#10;&#10;\end{document}" title="IguanaTex Picture Display">
            <a:extLst>
              <a:ext uri="{FF2B5EF4-FFF2-40B4-BE49-F238E27FC236}">
                <a16:creationId xmlns:a16="http://schemas.microsoft.com/office/drawing/2014/main" id="{9E5FEB3F-7B6E-CAB1-BFC8-29BB045A77A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624" y="1713153"/>
            <a:ext cx="154860" cy="209732"/>
          </a:xfrm>
          <a:prstGeom prst="rect">
            <a:avLst/>
          </a:prstGeom>
        </p:spPr>
      </p:pic>
      <p:pic>
        <p:nvPicPr>
          <p:cNvPr id="92" name="图片 91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phi&#10;\]&#10;&#10;\end{document}" title="IguanaTex Picture Display">
            <a:extLst>
              <a:ext uri="{FF2B5EF4-FFF2-40B4-BE49-F238E27FC236}">
                <a16:creationId xmlns:a16="http://schemas.microsoft.com/office/drawing/2014/main" id="{75A520AF-1277-47E5-B4E7-6A18896562D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299" y="3456057"/>
            <a:ext cx="94178" cy="157625"/>
          </a:xfrm>
          <a:prstGeom prst="rect">
            <a:avLst/>
          </a:prstGeom>
        </p:spPr>
      </p:pic>
      <p:pic>
        <p:nvPicPr>
          <p:cNvPr id="94" name="图片 93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psi&#10;\]&#10;&#10;\end{document}" title="IguanaTex Picture Display">
            <a:extLst>
              <a:ext uri="{FF2B5EF4-FFF2-40B4-BE49-F238E27FC236}">
                <a16:creationId xmlns:a16="http://schemas.microsoft.com/office/drawing/2014/main" id="{66175074-35F9-C0E2-D699-DF7C0A66FA0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061" y="3361878"/>
            <a:ext cx="111344" cy="159493"/>
          </a:xfrm>
          <a:prstGeom prst="rect">
            <a:avLst/>
          </a:prstGeom>
        </p:spPr>
      </p:pic>
      <p:sp>
        <p:nvSpPr>
          <p:cNvPr id="46" name="弧形 45">
            <a:extLst>
              <a:ext uri="{FF2B5EF4-FFF2-40B4-BE49-F238E27FC236}">
                <a16:creationId xmlns:a16="http://schemas.microsoft.com/office/drawing/2014/main" id="{B661F52B-E40E-BB1D-801A-0EF332C345AE}"/>
              </a:ext>
            </a:extLst>
          </p:cNvPr>
          <p:cNvSpPr/>
          <p:nvPr/>
        </p:nvSpPr>
        <p:spPr>
          <a:xfrm rot="2309536">
            <a:off x="7094241" y="1690621"/>
            <a:ext cx="2515837" cy="2286384"/>
          </a:xfrm>
          <a:prstGeom prst="arc">
            <a:avLst>
              <a:gd name="adj1" fmla="val 20375450"/>
              <a:gd name="adj2" fmla="val 21444751"/>
            </a:avLst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6" name="图片 95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theta&#10;\]&#10;&#10;\end{document}" title="IguanaTex Picture Display">
            <a:extLst>
              <a:ext uri="{FF2B5EF4-FFF2-40B4-BE49-F238E27FC236}">
                <a16:creationId xmlns:a16="http://schemas.microsoft.com/office/drawing/2014/main" id="{2F899DC7-2A4D-BD34-4A1C-EF49798754B4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904" y="2636533"/>
            <a:ext cx="72236" cy="119143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2E7B9F08-880F-833B-CDC6-98FD205D9DE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40320" y="1350262"/>
            <a:ext cx="3115326" cy="33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94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2B3BA8A-143E-6A46-5A3B-B3981D40AD31}"/>
              </a:ext>
            </a:extLst>
          </p:cNvPr>
          <p:cNvSpPr/>
          <p:nvPr/>
        </p:nvSpPr>
        <p:spPr>
          <a:xfrm>
            <a:off x="898497" y="326003"/>
            <a:ext cx="6647291" cy="5327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C1F939D-55CB-A5E6-0E44-9A1E221D10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654" y="617708"/>
            <a:ext cx="6267382" cy="4976457"/>
          </a:xfrm>
          <a:prstGeom prst="rect">
            <a:avLst/>
          </a:prstGeom>
        </p:spPr>
      </p:pic>
      <p:pic>
        <p:nvPicPr>
          <p:cNvPr id="13" name="图片 12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&#10;\newcommand{\zh}[1]{\text{#1}}&#10;&#10;\begin{document}&#10;&#10;$\varepsilon$/rad&#10;&#10;\end{document}" title="IguanaTex Picture Display">
            <a:extLst>
              <a:ext uri="{FF2B5EF4-FFF2-40B4-BE49-F238E27FC236}">
                <a16:creationId xmlns:a16="http://schemas.microsoft.com/office/drawing/2014/main" id="{294AE72E-2859-3217-FC2C-8669B6998B0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231" y="488024"/>
            <a:ext cx="533113" cy="227564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EBE0E4AF-F50A-5CFD-4364-BEC1C5ADA6C2}"/>
              </a:ext>
            </a:extLst>
          </p:cNvPr>
          <p:cNvSpPr/>
          <p:nvPr/>
        </p:nvSpPr>
        <p:spPr>
          <a:xfrm>
            <a:off x="3904089" y="5228407"/>
            <a:ext cx="508884" cy="257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begin{align*}&#10;\varepsilon_0\zh{/rad}&#10;\end{align*}&#10;&#10;\end{document}" title="IguanaTex Picture Display">
            <a:extLst>
              <a:ext uri="{FF2B5EF4-FFF2-40B4-BE49-F238E27FC236}">
                <a16:creationId xmlns:a16="http://schemas.microsoft.com/office/drawing/2014/main" id="{324E48EB-A031-7F2F-FAD7-7493BDA9C62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175" y="5248879"/>
            <a:ext cx="598711" cy="217048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93EEC1-10AB-5D1C-E12E-79343D8C9F75}"/>
              </a:ext>
            </a:extLst>
          </p:cNvPr>
          <p:cNvSpPr/>
          <p:nvPr/>
        </p:nvSpPr>
        <p:spPr>
          <a:xfrm>
            <a:off x="1152939" y="2695492"/>
            <a:ext cx="238539" cy="254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begin{align*}&#10;\gamma&#10;\end{align*}&#10;&#10;\end{document}" title="IguanaTex Picture Display">
            <a:extLst>
              <a:ext uri="{FF2B5EF4-FFF2-40B4-BE49-F238E27FC236}">
                <a16:creationId xmlns:a16="http://schemas.microsoft.com/office/drawing/2014/main" id="{62427884-315C-E200-DB7A-0A4171D855C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338" y="2750770"/>
            <a:ext cx="118279" cy="14388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BB3CE2A-4F0B-280D-7038-6798D27FA8D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975" t="2281" r="3942" b="2941"/>
          <a:stretch>
            <a:fillRect/>
          </a:stretch>
        </p:blipFill>
        <p:spPr>
          <a:xfrm>
            <a:off x="5420969" y="1078143"/>
            <a:ext cx="6074797" cy="506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3F210B23-BC5B-B83C-B58C-BDC4A1AF2117}"/>
              </a:ext>
            </a:extLst>
          </p:cNvPr>
          <p:cNvSpPr/>
          <p:nvPr/>
        </p:nvSpPr>
        <p:spPr>
          <a:xfrm rot="1430368">
            <a:off x="9009609" y="2729544"/>
            <a:ext cx="512891" cy="136195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7DCD970-53B0-6760-65D7-9566C8E6A160}"/>
              </a:ext>
            </a:extLst>
          </p:cNvPr>
          <p:cNvCxnSpPr>
            <a:cxnSpLocks/>
          </p:cNvCxnSpPr>
          <p:nvPr/>
        </p:nvCxnSpPr>
        <p:spPr>
          <a:xfrm>
            <a:off x="9271912" y="3403676"/>
            <a:ext cx="310730" cy="692898"/>
          </a:xfrm>
          <a:prstGeom prst="straightConnector1">
            <a:avLst/>
          </a:prstGeom>
          <a:ln w="28575"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17A65726-3885-E13C-5391-1014D161A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673536">
            <a:off x="6660737" y="2974407"/>
            <a:ext cx="743776" cy="134733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1D82311-E47E-C3DE-454D-DB2FE7A59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769"/>
          <a:stretch>
            <a:fillRect/>
          </a:stretch>
        </p:blipFill>
        <p:spPr>
          <a:xfrm>
            <a:off x="7514714" y="2248228"/>
            <a:ext cx="1542422" cy="60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9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03E60E-887E-B13A-E9E7-36AD69299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422" y="1816468"/>
            <a:ext cx="8157155" cy="32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91360B3-FCFC-6B65-9661-C060F4C29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5770259" y="583975"/>
            <a:ext cx="3084844" cy="52734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82A81F-51E1-03C8-FC7C-0F740C461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>
          <a:xfrm>
            <a:off x="5770258" y="583975"/>
            <a:ext cx="6169687" cy="26367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7014E38-EAD6-041B-7F77-748A652C8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58" y="2266122"/>
            <a:ext cx="4201672" cy="359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3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89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7AD3-24FD-C8D4-3B97-2CFB3297C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29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9527-DE51-E4F9-B16E-969F712A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996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E603-1F68-CBB5-C706-A83F960E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7995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6.2662"/>
  <p:tag name="ORIGINALWIDTH" val=" 104.2646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e}_3&#10;\]&#10;&#10;\end{document}"/>
  <p:tag name="IGUANATEXSIZE" val="16"/>
  <p:tag name="IGUANATEXCURSOR" val="435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6.2662"/>
  <p:tag name="ORIGINALWIDTH" val=" 100.514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e}_1&#10;\]&#10;&#10;\end{document}"/>
  <p:tag name="IGUANATEXSIZE" val="16"/>
  <p:tag name="IGUANATEXCURSOR" val="435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6.2662"/>
  <p:tag name="ORIGINALWIDTH" val=" 103.5144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e}_2&#10;\]&#10;&#10;\end{document}"/>
  <p:tag name="IGUANATEXSIZE" val="16"/>
  <p:tag name="IGUANATEXCURSOR" val="435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.018"/>
  <p:tag name="ORIGINALWIDTH" val=" 111.7656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X}&#10;\]&#10;&#10;\end{document}"/>
  <p:tag name="IGUANATEXSIZE" val="16"/>
  <p:tag name="IGUANATEXCURSOR" val="432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.018"/>
  <p:tag name="ORIGINALWIDTH" val=" 98.2637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Y}&#10;\]&#10;&#10;\end{document}"/>
  <p:tag name="IGUANATEXSIZE" val="16"/>
  <p:tag name="IGUANATEXCURSOR" val="432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9.018"/>
  <p:tag name="ORIGINALWIDTH" val=" 95.26331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vec{Z}&#10;\]&#10;&#10;\end{document}"/>
  <p:tag name="IGUANATEXSIZE" val="16"/>
  <p:tag name="IGUANATEXCURSOR" val="432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9.2666"/>
  <p:tag name="ORIGINALWIDTH" val=" 71.25992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phi&#10;\]&#10;&#10;\end{document}"/>
  <p:tag name="IGUANATEXSIZE" val="16"/>
  <p:tag name="IGUANATEXCURSOR" val="430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9.2666"/>
  <p:tag name="ORIGINALWIDTH" val=" 83.26165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psi&#10;\]&#10;&#10;\end{document}"/>
  <p:tag name="IGUANATEXSIZE" val="16"/>
  <p:tag name="IGUANATEXCURSOR" val="430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5.26331"/>
  <p:tag name="ORIGINALWIDTH" val=" 57.75803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[&#10;\theta&#10;\]&#10;&#10;\end{document}"/>
  <p:tag name="IGUANATEXSIZE" val="16"/>
  <p:tag name="IGUANATEXCURSOR" val="432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3.5187"/>
  <p:tag name="ORIGINALWIDTH" val=" 312.7936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&#10;\newcommand{\zh}[1]{\text{#1}}&#10;&#10;\begin{document}&#10;&#10;$\varepsilon$/rad&#10;&#10;\end{document}"/>
  <p:tag name="IGUANATEXSIZE" val="28"/>
  <p:tag name="IGUANATEXCURSOR" val="386"/>
  <p:tag name="TRANSPARENCY" val="True"/>
  <p:tag name="CHOOSECOLOR" val="False"/>
  <p:tag name="COLORHEX" val="000000"/>
  <p:tag name="LATEXENGINEID" val="2"/>
  <p:tag name="TEMPFOLDER" val="g:\temp\"/>
  <p:tag name="LATEXFORMHEIGHT" val=" 432"/>
  <p:tag name="LATEXFORMWIDTH" val=" 74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3.5187"/>
  <p:tag name="ORIGINALWIDTH" val=" 368.3014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begin{align*}&#10;\varepsilon_0\zh{/rad}&#10;\end{align*}&#10;&#10;\end{document}"/>
  <p:tag name="IGUANATEXSIZE" val="16"/>
  <p:tag name="IGUANATEXCURSOR" val="442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8.51236"/>
  <p:tag name="ORIGINALWIDTH" val=" 72.76015"/>
  <p:tag name="OUTPUTTYPE" val="PNG"/>
  <p:tag name="IGUANATEXVERSION" val="162"/>
  <p:tag name="LATEXADDIN" val="\documentclass[varwidth,border=0pt]{standalone}&#10;\usepackage{ctex}&#10;\usepackage{amsmath}&#10;\usepackage{amsmath, amsthm, amssymb, graphicx}&#10;\usepackage[bookmarks=true, colorlinks, citecolor=blue, linkcolor=black]{hyperref}&#10;\usepackage{graphicx}&#10;\usepackage{epstopdf}&#10;\newcommand{\expn}[1]{\mathrm{e}^{#1}} % 通用指数 \expn{内容}&#10;\usepackage{setspace}&#10;\setstretch{0.8}  % 1.2倍行距，数字可改&#10;&#10;\newcommand{\zh}[1]{\text{#1}}&#10;&#10;\begin{document}&#10;&#10;\begin{align*}&#10;\gamma&#10;\end{align*}&#10;&#10;\end{document}"/>
  <p:tag name="IGUANATEXSIZE" val="16"/>
  <p:tag name="IGUANATEXCURSOR" val="444"/>
  <p:tag name="TRANSPARENCY" val="True"/>
  <p:tag name="CHOOSECOLOR" val="False"/>
  <p:tag name="COLORHEX" val="000000"/>
  <p:tag name="LATEXENGINEID" val="2"/>
  <p:tag name="TEMPFOLDER" val="g:\temp\"/>
  <p:tag name="LATEXFORMHEIGHT" val=" 423"/>
  <p:tag name="LATEXFORMWIDTH" val=" 748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1</Words>
  <Application>Microsoft Office PowerPoint</Application>
  <PresentationFormat>宽屏</PresentationFormat>
  <Paragraphs>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yuki silian</dc:creator>
  <cp:lastModifiedBy>yuki silian</cp:lastModifiedBy>
  <cp:revision>6</cp:revision>
  <dcterms:created xsi:type="dcterms:W3CDTF">2026-06-26T12:10:36Z</dcterms:created>
  <dcterms:modified xsi:type="dcterms:W3CDTF">2026-06-29T13:08:12Z</dcterms:modified>
</cp:coreProperties>
</file>